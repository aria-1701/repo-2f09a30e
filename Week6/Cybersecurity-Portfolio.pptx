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maryam-mohamed-hassan/" TargetMode="External"/><Relationship Id="rId1" Type="http://schemas.openxmlformats.org/officeDocument/2006/relationships/image" Target="../media/image-4-1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68952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Cybersecurity Portfolio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563640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Crafting secure systems and practical tools through intentional Python development and threat analysis.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5448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1: Network Port Scanner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2462" y="1485007"/>
            <a:ext cx="4638757" cy="463887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99411" y="1748433"/>
            <a:ext cx="1165394" cy="255786"/>
          </a:xfrm>
          <a:prstGeom prst="roundRect">
            <a:avLst>
              <a:gd name="adj" fmla="val 22114"/>
            </a:avLst>
          </a:prstGeom>
          <a:solidFill>
            <a:srgbClr val="E1E1EA"/>
          </a:solidFill>
          <a:ln/>
        </p:spPr>
      </p:sp>
      <p:sp>
        <p:nvSpPr>
          <p:cNvPr id="5" name="Text 2"/>
          <p:cNvSpPr/>
          <p:nvPr/>
        </p:nvSpPr>
        <p:spPr>
          <a:xfrm>
            <a:off x="8100413" y="1798935"/>
            <a:ext cx="1572975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CASE STUDY 01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999411" y="2064147"/>
            <a:ext cx="35370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Challenge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999411" y="2477095"/>
            <a:ext cx="3537060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Identifying active services and open ports manually is slow and inefficient for network auditing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99411" y="3390801"/>
            <a:ext cx="35370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Solution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999411" y="3803749"/>
            <a:ext cx="3537060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Developed a Python-based port scanner utilizing TCP sockets and automated Banner Grabbing for service detection.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99411" y="4717455"/>
            <a:ext cx="35370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999411" y="5130403"/>
            <a:ext cx="3537060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lightweight, efficient scanning tool capable of quickly recognizing active network services on target infrastructure.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4424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2: Password Strength Analyzer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209006"/>
            <a:ext cx="3053877" cy="2311499"/>
          </a:xfrm>
          <a:prstGeom prst="roundRect">
            <a:avLst>
              <a:gd name="adj" fmla="val 343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8717" y="2404368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Challenge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8717" y="2813050"/>
            <a:ext cx="26631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 frequently create weak passwords, exposing systems to unauthorized access and brute-force attacks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2209006"/>
            <a:ext cx="3053976" cy="2311499"/>
          </a:xfrm>
          <a:prstGeom prst="roundRect">
            <a:avLst>
              <a:gd name="adj" fmla="val 343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71601" y="2404368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Solution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71601" y="2813050"/>
            <a:ext cx="266326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an entropy-based analysis tool using Regular Expressions to enforce strict password policies and calculate complexity scores.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709517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8717" y="4904879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Result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8717" y="5313561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Provided clear, actionable recommendations to users to significantly improve password security hygiene.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3243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Let's Create Something Great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197199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Great design starts with a conversation. Whether you have a brief ready or just a spark of an idea — I'm ready to listen, collaborate, and build something remarkable together.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3317081"/>
            <a:ext cx="6296860" cy="2808486"/>
          </a:xfrm>
          <a:prstGeom prst="roundRect">
            <a:avLst>
              <a:gd name="adj" fmla="val 282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7825" y="3323431"/>
            <a:ext cx="6284160" cy="1391543"/>
          </a:xfrm>
          <a:custGeom>
            <a:avLst/>
            <a:gdLst/>
            <a:ahLst/>
            <a:cxnLst/>
            <a:rect l="l" t="t" r="r" b="b"/>
            <a:pathLst>
              <a:path w="6284160" h="1391543">
                <a:moveTo>
                  <a:pt x="66156" y="0"/>
                </a:moveTo>
                <a:lnTo>
                  <a:pt x="6218004" y="0"/>
                </a:lnTo>
                <a:arcTo hR="66158" wR="66156" stAng="16200000" swAng="5400000"/>
                <a:lnTo>
                  <a:pt x="6284160" y="1391543"/>
                </a:lnTo>
                <a:lnTo>
                  <a:pt x="0" y="1391543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7" name="Text 4"/>
          <p:cNvSpPr/>
          <p:nvPr/>
        </p:nvSpPr>
        <p:spPr>
          <a:xfrm>
            <a:off x="856832" y="3512443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📬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Get in Touch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56832" y="3921125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Maryam Mohamed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u="sng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Maryam Mohamed | LinkedIn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67825" y="4714974"/>
            <a:ext cx="6284160" cy="1404243"/>
          </a:xfrm>
          <a:custGeom>
            <a:avLst/>
            <a:gdLst/>
            <a:ahLst/>
            <a:cxnLst/>
            <a:rect l="l" t="t" r="r" b="b"/>
            <a:pathLst>
              <a:path w="6284160" h="1404243">
                <a:moveTo>
                  <a:pt x="0" y="0"/>
                </a:moveTo>
                <a:lnTo>
                  <a:pt x="6284160" y="0"/>
                </a:lnTo>
                <a:lnTo>
                  <a:pt x="6284160" y="1338085"/>
                </a:lnTo>
                <a:arcTo hR="66158" wR="66156" stAng="0" swAng="5400000"/>
                <a:lnTo>
                  <a:pt x="66156" y="1404243"/>
                </a:lnTo>
                <a:arcTo hR="66158" wR="66156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0" name="Shape 7"/>
          <p:cNvSpPr/>
          <p:nvPr/>
        </p:nvSpPr>
        <p:spPr>
          <a:xfrm>
            <a:off x="667825" y="4714974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1" name="Text 8"/>
          <p:cNvSpPr/>
          <p:nvPr/>
        </p:nvSpPr>
        <p:spPr>
          <a:xfrm>
            <a:off x="856832" y="4903986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🚀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Next Project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6832" y="5312668"/>
            <a:ext cx="5906146" cy="617538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Ready to collaborate on cybersecurity projects, threat intelligence, and secure Python development. Let's connect!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B1B27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2026-08-22T12:30:00Z</dcterms:created>
  <dcterms:modified xsi:type="dcterms:W3CDTF">2026-08-22T12:30:00Z</dcterms:modified>
</cp:coreProperties>
</file>